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F96419"/>
          </a:solidFill>
          <a:ln w="12700">
            <a:solidFill>
              <a:srgbClr val="F964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MIDTERM REVIEW · INTERNAL  /  2026.06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Apparel Workflow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Status &amp; Recommendations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加值服裝設計數位流程計畫 ─ 期中現況盤點與 VISION BASE 建議</a:t>
            </a:r>
            <a:endParaRPr lang="en-US" sz="1800" dirty="0"/>
          </a:p>
        </p:txBody>
      </p:sp>
      <p:pic>
        <p:nvPicPr>
          <p:cNvPr id="7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0" y="1463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1.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PROJECT STATUS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0" y="1463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0" y="19202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1.1 計畫基本資料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2231136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1.2 進度紅旗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27432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2.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REVIEW RISKS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0" y="27432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32004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2.1 委員五大可能質疑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371246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3.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PLATFORM GAP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0" y="3712464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416966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3.1 平台化：講的 vs 做的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681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4.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0" y="4681728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513892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4.1 VISION BASE 三大建議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0" y="5449824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4.2 下半年優先順序</a:t>
            </a:r>
            <a:endParaRPr lang="en-US" sz="1100" dirty="0"/>
          </a:p>
        </p:txBody>
      </p:sp>
      <p:pic>
        <p:nvPicPr>
          <p:cNvPr id="17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 PROJECT STATUS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1.1  計畫基本資料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這個計畫在做什麼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用生成式 AI 把服裝設計流程「草圖 → 靜態擬真圖 → 動態提案影片」串成一條可複製、可教學的數位流程，並導入產業場域與大二課程驗證。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13232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主持人即院長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0" y="19659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許鳳玉（教授兼設計學院院長）；共同主持人盧彥臣＝VISION BASE 專案經理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532888"/>
            <a:ext cx="521208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2578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0" y="25968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450 萬 / 一年期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9900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114/12 – 115/11，國科會技專與私大實務型（跨域實作型）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557016"/>
            <a:ext cx="521208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360273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132320" y="36210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雙場域驗證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32320" y="40142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聚陽實業（製造端）＋ UUIN 赤赤子（品牌端）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4581144"/>
            <a:ext cx="521208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6268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32320" y="4645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VISION BASE 是技術引擎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32320" y="50383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負責 AIGC 測試、影片生成、流程與提示詞建構</a:t>
            </a:r>
            <a:endParaRPr lang="en-US" sz="1100" dirty="0"/>
          </a:p>
        </p:txBody>
      </p:sp>
      <p:pic>
        <p:nvPicPr>
          <p:cNvPr id="21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  PROJECT STATUS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1.2  進度紅旗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執行 7/12 個月，紅旗集中在「錢沒花、場域沒跑」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03708" y="2606040"/>
            <a:ext cx="2743200" cy="2743200"/>
          </a:xfrm>
          <a:prstGeom prst="rect">
            <a:avLst/>
          </a:prstGeom>
          <a:solidFill>
            <a:srgbClr val="151515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03708" y="2971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184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13%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1409548" y="4297680"/>
            <a:ext cx="731520" cy="0"/>
          </a:xfrm>
          <a:prstGeom prst="line">
            <a:avLst/>
          </a:prstGeom>
          <a:noFill/>
          <a:ln w="12700">
            <a:solidFill>
              <a:srgbClr val="F218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6588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經費執行率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6588" y="4782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過半期程僅支用 13%，最大紅旗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84068" y="2606040"/>
            <a:ext cx="2743200" cy="2743200"/>
          </a:xfrm>
          <a:prstGeom prst="rect">
            <a:avLst/>
          </a:prstGeom>
          <a:solidFill>
            <a:srgbClr val="151515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4068" y="2971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184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5600" dirty="0"/>
          </a:p>
        </p:txBody>
      </p:sp>
      <p:sp>
        <p:nvSpPr>
          <p:cNvPr id="12" name="Shape 10"/>
          <p:cNvSpPr/>
          <p:nvPr/>
        </p:nvSpPr>
        <p:spPr>
          <a:xfrm>
            <a:off x="4289908" y="4297680"/>
            <a:ext cx="731520" cy="0"/>
          </a:xfrm>
          <a:prstGeom prst="line">
            <a:avLst/>
          </a:prstGeom>
          <a:noFill/>
          <a:ln w="12700">
            <a:solidFill>
              <a:srgbClr val="F21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66948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品牌端場域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66948" y="4782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UUIN 驗證尚未啟動；聚陽 60%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64428" y="2606040"/>
            <a:ext cx="2743200" cy="2743200"/>
          </a:xfrm>
          <a:prstGeom prst="rect">
            <a:avLst/>
          </a:prstGeom>
          <a:solidFill>
            <a:srgbClr val="151515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4428" y="2971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 / 18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7170268" y="4297680"/>
            <a:ext cx="731520" cy="0"/>
          </a:xfrm>
          <a:prstGeom prst="line">
            <a:avLst/>
          </a:prstGeom>
          <a:noFill/>
          <a:ln w="12700">
            <a:solidFill>
              <a:srgbClr val="F9641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7308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學生參與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47308" y="4782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待下學期培訓後補足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44788" y="2606040"/>
            <a:ext cx="2743200" cy="2743200"/>
          </a:xfrm>
          <a:prstGeom prst="rect">
            <a:avLst/>
          </a:prstGeom>
          <a:solidFill>
            <a:srgbClr val="151515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44788" y="29718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6AD86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292</a:t>
            </a:r>
            <a:endParaRPr lang="en-US" sz="5600" dirty="0"/>
          </a:p>
        </p:txBody>
      </p:sp>
      <p:sp>
        <p:nvSpPr>
          <p:cNvPr id="22" name="Shape 20"/>
          <p:cNvSpPr/>
          <p:nvPr/>
        </p:nvSpPr>
        <p:spPr>
          <a:xfrm>
            <a:off x="10050628" y="4297680"/>
            <a:ext cx="731520" cy="0"/>
          </a:xfrm>
          <a:prstGeom prst="line">
            <a:avLst/>
          </a:prstGeom>
          <a:noFill/>
          <a:ln w="12700">
            <a:solidFill>
              <a:srgbClr val="6AD8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27668" y="43891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Prompt 知識庫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227668" y="4782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已超標，計畫亮點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5413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提醒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簡報誤植「總支用數 575806 萬元」，應為 575,806 元（≈57.6 萬）——數字錯誤務必先修</a:t>
            </a:r>
            <a:endParaRPr lang="en-US" sz="1100" dirty="0"/>
          </a:p>
        </p:txBody>
      </p:sp>
      <p:pic>
        <p:nvPicPr>
          <p:cNvPr id="26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2.  REVIEW RISKS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2.1  委員五大可能質疑（推測）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1847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經費執行率僅 13%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0" y="16184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進度落後、能否如期完成？（最可能被問）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13432"/>
            <a:ext cx="112471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3500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371600" y="2368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效益數字未經場域實證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0" y="2368296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打樣 −15%、開發 −22% 等數字，A/B 驗證還沒跑——實務型計畫核心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12471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9981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371600" y="31181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技術創新性不足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69280" y="3118104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整合 14+ 種現成 SaaS，跟一般人用 AI 工具差在哪？（延續初審意見 1、14）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13048"/>
            <a:ext cx="112471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962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3867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平台化名實不符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69280" y="3867912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一直講「中台 / 系統」，但平台在哪？（見第 6 頁）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62856"/>
            <a:ext cx="11247120" cy="0"/>
          </a:xfrm>
          <a:prstGeom prst="line">
            <a:avLst/>
          </a:prstGeom>
          <a:noFill/>
          <a:ln w="9525">
            <a:solidFill>
              <a:srgbClr val="2A2A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994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371600" y="4617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智財 / 版權 / 資安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669280" y="4617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承諾的「地端自訓 LORA」未見，免費 SaaS 有機敏資料外流風險</a:t>
            </a:r>
            <a:endParaRPr lang="en-US" sz="1200" dirty="0"/>
          </a:p>
        </p:txBody>
      </p:sp>
      <p:pic>
        <p:nvPicPr>
          <p:cNvPr id="23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3.  PLATFORM GAP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3.1  平台化：講的 vs 做的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「一直講中台、系統、自動串接——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但平台在哪？」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72288" y="3063240"/>
            <a:ext cx="5440680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2288" y="3063240"/>
            <a:ext cx="5440680" cy="45720"/>
          </a:xfrm>
          <a:prstGeom prst="rect">
            <a:avLst/>
          </a:prstGeom>
          <a:solidFill>
            <a:srgbClr val="3DA1D3"/>
          </a:solidFill>
          <a:ln w="12700">
            <a:solidFill>
              <a:srgbClr val="3DA1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328" y="33192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DA1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計畫書承諾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2328" y="366674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平台級語彙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83768" y="42062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視覺決策「中台」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「串接協作平台」、系統性整合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自動串接、消滅「資料孤島」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3063240"/>
            <a:ext cx="5440680" cy="22402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3063240"/>
            <a:ext cx="5440680" cy="45720"/>
          </a:xfrm>
          <a:prstGeom prst="rect">
            <a:avLst/>
          </a:prstGeom>
          <a:solidFill>
            <a:srgbClr val="F21847"/>
          </a:solidFill>
          <a:ln w="12700">
            <a:solidFill>
              <a:srgbClr val="F218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98768" y="33192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18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期中實際交付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98768" y="3666744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其實是文件與表格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90208" y="420624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一張流程圖 + 技術規格書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SOP 手冊 + Prompt CSV</a:t>
            </a:r>
            <a:endParaRPr lang="en-US" sz="1250" dirty="0"/>
          </a:p>
          <a:p>
            <a:pPr marL="152400" indent="-1524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14+ 種 SaaS 靠「人工」串接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5413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自承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簡報困難一：跨工具串接需「額外人工調整」＝平台（自動整合）這件事還沒做出來</a:t>
            </a:r>
            <a:endParaRPr lang="en-US" sz="1100" dirty="0"/>
          </a:p>
        </p:txBody>
      </p:sp>
      <p:pic>
        <p:nvPicPr>
          <p:cNvPr id="17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4. 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4.1  VISION BASE 三大建議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一石三鳥：用「ComfyUI 地端整合層」當平台 MVP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同一個技術動作，同時回應委員三個質疑——這正是 VISION BASE 的主場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49428" y="2788920"/>
            <a:ext cx="3611880" cy="24688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9428" y="2788920"/>
            <a:ext cx="3611880" cy="45720"/>
          </a:xfrm>
          <a:prstGeom prst="rect">
            <a:avLst/>
          </a:prstGeom>
          <a:solidFill>
            <a:srgbClr val="F96419"/>
          </a:solidFill>
          <a:ln w="12700">
            <a:solidFill>
              <a:srgbClr val="F964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48" y="3044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解決：平台化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3748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節點式 Workflow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3748" y="40233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ComfyUI 把「文生圖→材質→套版→影片」串成可存檔、可重跑的 pipeline，取代人工串接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89908" y="2788920"/>
            <a:ext cx="3611880" cy="24688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9908" y="2788920"/>
            <a:ext cx="3611880" cy="45720"/>
          </a:xfrm>
          <a:prstGeom prst="rect">
            <a:avLst/>
          </a:prstGeom>
          <a:solidFill>
            <a:srgbClr val="3DA1D3"/>
          </a:solidFill>
          <a:ln w="12700">
            <a:solidFill>
              <a:srgbClr val="3DA1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4228" y="3044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DA1D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解決：技術創新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64228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地端自訓 LORA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64228" y="40233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用聚陽私有資料在 RTX 4080 自訓模型、跑地端 SDXL / Flux，不是只排列 SaaS 工具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0388" y="2788920"/>
            <a:ext cx="3611880" cy="2468880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0388" y="2788920"/>
            <a:ext cx="3611880" cy="45720"/>
          </a:xfrm>
          <a:prstGeom prst="rect">
            <a:avLst/>
          </a:prstGeom>
          <a:solidFill>
            <a:srgbClr val="6AD868"/>
          </a:solidFill>
          <a:ln w="12700">
            <a:solidFill>
              <a:srgbClr val="6AD8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4708" y="30449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AD86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解決：版權 / 資安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04708" y="3429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封閉地端部署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404708" y="402336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企業機敏資料不外流、不用爭議圖庫，補上對委員承諾過的合規機制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5413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定調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不做 SaaS 產品；做「地端、可自訓、把零散工具標準化串接的整合層」</a:t>
            </a:r>
            <a:endParaRPr lang="en-US" sz="1100" dirty="0"/>
          </a:p>
        </p:txBody>
      </p:sp>
      <p:pic>
        <p:nvPicPr>
          <p:cNvPr id="22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Chapter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4.  RECOMMENDATIONS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4.2  下半年優先順序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先把場域跑出真數據，再談教材化與擴散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3474720"/>
            <a:ext cx="10362895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0034" y="3364992"/>
            <a:ext cx="219456" cy="219456"/>
          </a:xfrm>
          <a:prstGeom prst="ellipse">
            <a:avLst/>
          </a:prstGeom>
          <a:solidFill>
            <a:srgbClr val="F21847"/>
          </a:solidFill>
          <a:ln w="12700">
            <a:solidFill>
              <a:srgbClr val="F218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1042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2184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Q3 · 最優先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1042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場域實作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75322" y="3794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聚陽 + UUIN 真的跑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取真實 A/B 對照數據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90758" y="3364992"/>
            <a:ext cx="219456" cy="219456"/>
          </a:xfrm>
          <a:prstGeom prst="ellipse">
            <a:avLst/>
          </a:prstGeom>
          <a:solidFill>
            <a:srgbClr val="F96419"/>
          </a:solidFill>
          <a:ln w="12700">
            <a:solidFill>
              <a:srgbClr val="F964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766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11766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平台 MVP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046" y="3794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ComfyUI 地端 pipeline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LORA 自訓 demo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81482" y="3364992"/>
            <a:ext cx="219456" cy="219456"/>
          </a:xfrm>
          <a:prstGeom prst="ellipse">
            <a:avLst/>
          </a:prstGeom>
          <a:solidFill>
            <a:srgbClr val="F96419"/>
          </a:solidFill>
          <a:ln w="12700">
            <a:solidFill>
              <a:srgbClr val="F964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249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Q3–Q4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02490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教材化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56770" y="3794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案例轉教案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導入大二課程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2205" y="3364992"/>
            <a:ext cx="219456" cy="219456"/>
          </a:xfrm>
          <a:prstGeom prst="ellipse">
            <a:avLst/>
          </a:prstGeom>
          <a:solidFill>
            <a:srgbClr val="F96419"/>
          </a:solidFill>
          <a:ln w="12700">
            <a:solidFill>
              <a:srgbClr val="F964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93213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Q4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793213" y="3017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擴散發表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47493" y="37947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種子教師工作坊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成果發表會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413248"/>
            <a:ext cx="1124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641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守審查 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① 主動解釋 13%：前期建構、支出集中下半年　② 效益數字標為「場域實作前預估」　③ 平台用詞收斂</a:t>
            </a:r>
            <a:endParaRPr lang="en-US" sz="1100" dirty="0"/>
          </a:p>
        </p:txBody>
      </p:sp>
      <p:pic>
        <p:nvPicPr>
          <p:cNvPr id="23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36576"/>
          </a:xfrm>
          <a:prstGeom prst="rect">
            <a:avLst/>
          </a:prstGeom>
          <a:solidFill>
            <a:srgbClr val="F96419"/>
          </a:solidFill>
          <a:ln w="12700">
            <a:solidFill>
              <a:srgbClr val="F9641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210312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把「平台」做實，就同時解了創新性、版權與擴散三道題。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45262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F9641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VISION BASE   ·   歡迎討論</a:t>
            </a:r>
            <a:endParaRPr lang="en-US" sz="1300" dirty="0"/>
          </a:p>
        </p:txBody>
      </p:sp>
      <p:pic>
        <p:nvPicPr>
          <p:cNvPr id="7" name="Image 0" descr="./logo_white_on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0015" y="5827630"/>
            <a:ext cx="1554480" cy="7103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5977055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AI 加值服裝設計數位流程 · 期中審查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2026.06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638648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8A8A8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加值服裝設計數位流程計畫 — 期中現況與建議</dc:title>
  <dc:subject>PptxGenJS Presentation</dc:subject>
  <dc:creator>VISION BASE</dc:creator>
  <cp:lastModifiedBy>VISION BASE</cp:lastModifiedBy>
  <cp:revision>1</cp:revision>
  <dcterms:created xsi:type="dcterms:W3CDTF">2026-06-15T06:02:33Z</dcterms:created>
  <dcterms:modified xsi:type="dcterms:W3CDTF">2026-06-15T06:02:33Z</dcterms:modified>
</cp:coreProperties>
</file>